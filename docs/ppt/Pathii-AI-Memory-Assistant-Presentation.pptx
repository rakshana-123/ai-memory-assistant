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Computer Science</a:t>
            </a:r>
            <a:endParaRPr lang="en-US" sz="15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Master of Science in Computer Science</a:t>
            </a:r>
            <a:endParaRPr lang="en-US" sz="1500" dirty="0"/>
          </a:p>
        </p:txBody>
      </p:sp>
      <p:pic>
        <p:nvPicPr>
          <p:cNvPr id="4" name="Image 0" descr="C:\Users\Devesh B\OneDrive\Documents\DEVESH\RAKS\AI-Memory-assistant\frontend\app\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6960" y="411480"/>
            <a:ext cx="960120" cy="960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00200"/>
            <a:ext cx="11247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spc="5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PATHII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AI-Powered Memory Assistant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RAG, Voice Capture &amp; Knowledge Graph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3611880"/>
            <a:ext cx="4206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3822192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by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Devesh Reddy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 M.Sc Computer Science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 No : ______________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83480" y="3611880"/>
            <a:ext cx="50292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03520" y="3822192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supervision of :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________________________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Professor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Computer Science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SONA College of Arts and Science  •  November 2026</a:t>
            </a:r>
            <a:endParaRPr lang="en-US" sz="1300" dirty="0"/>
          </a:p>
        </p:txBody>
      </p:sp>
      <p:pic>
        <p:nvPicPr>
          <p:cNvPr id="11" name="Image 1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2240"/>
            <a:ext cx="12188952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SYNOPSIS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SYNOPSIS</a:t>
            </a:r>
            <a:endParaRPr lang="en-US" sz="3000" dirty="0"/>
          </a:p>
        </p:txBody>
      </p:sp>
      <p:pic>
        <p:nvPicPr>
          <p:cNvPr id="4" name="Image 0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74066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lose valuable knowledge across notes, chats, recordings and documents.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note-taking is scattered, unsearchable beyond keywords and easy to forget.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system captures memory via voice, text, images and PDFs.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pipeline: BGE-M3 embeddings + Qwen3 8B for context-aware answers.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search on Qdrant, relational data in PostgreSQL, entities in Neo4j.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workflows (flashcards, quizzes) and professional workflows (meeting summaries).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web application: Next.js user panel + admin console.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321040" y="1600200"/>
            <a:ext cx="3383280" cy="4023360"/>
          </a:xfrm>
          <a:prstGeom prst="roundRect">
            <a:avLst>
              <a:gd name="adj" fmla="val 2703"/>
            </a:avLst>
          </a:prstGeom>
          <a:solidFill>
            <a:srgbClr val="EFF4FF"/>
          </a:solidFill>
          <a:ln/>
        </p:spPr>
      </p:sp>
      <p:pic>
        <p:nvPicPr>
          <p:cNvPr id="7" name="Image 1" descr="C:\Users\Devesh B\OneDrive\Documents\DEVESH\RAKS\AI-Memory-assistant\frontend\app\icon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4040" y="1965960"/>
            <a:ext cx="1097280" cy="1097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823960" y="3337560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823960" y="33375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823960" y="3904488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823960" y="39044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Capture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823960" y="4471416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823960" y="44714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Graph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823960" y="5038344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823960" y="503834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Recall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411712" y="320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3000" dirty="0"/>
          </a:p>
        </p:txBody>
      </p:sp>
      <p:pic>
        <p:nvPicPr>
          <p:cNvPr id="4" name="Image 0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60350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Specification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Specification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System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Drawbacks of Existing System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System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Design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Design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and Implementation</a:t>
            </a:r>
            <a:endParaRPr lang="en-US" sz="15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132320" y="1600200"/>
            <a:ext cx="45720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60920" y="1901952"/>
            <a:ext cx="548640" cy="548640"/>
          </a:xfrm>
          <a:prstGeom prst="ellipse">
            <a:avLst/>
          </a:prstGeom>
          <a:solidFill>
            <a:srgbClr val="EFF4FF"/>
          </a:solidFill>
          <a:ln/>
        </p:spPr>
      </p:sp>
      <p:sp>
        <p:nvSpPr>
          <p:cNvPr id="8" name="Text 5"/>
          <p:cNvSpPr/>
          <p:nvPr/>
        </p:nvSpPr>
        <p:spPr>
          <a:xfrm>
            <a:off x="736092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92440" y="176479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Multi-Modal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· Text · Image · PDF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32320" y="3017520"/>
            <a:ext cx="45720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60920" y="3319272"/>
            <a:ext cx="548640" cy="548640"/>
          </a:xfrm>
          <a:prstGeom prst="ellipse">
            <a:avLst/>
          </a:prstGeom>
          <a:solidFill>
            <a:srgbClr val="FEF3E2"/>
          </a:solidFill>
          <a:ln/>
        </p:spPr>
      </p:sp>
      <p:sp>
        <p:nvSpPr>
          <p:cNvPr id="12" name="Text 9"/>
          <p:cNvSpPr/>
          <p:nvPr/>
        </p:nvSpPr>
        <p:spPr>
          <a:xfrm>
            <a:off x="7360920" y="3319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92440" y="318211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Engine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BGE-M3 + Qwen3 8B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132320" y="4434840"/>
            <a:ext cx="45720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360920" y="4736592"/>
            <a:ext cx="548640" cy="548640"/>
          </a:xfrm>
          <a:prstGeom prst="ellipse">
            <a:avLst/>
          </a:prstGeom>
          <a:solidFill>
            <a:srgbClr val="EFF4FF"/>
          </a:solidFill>
          <a:ln/>
        </p:spPr>
      </p:sp>
      <p:sp>
        <p:nvSpPr>
          <p:cNvPr id="16" name="Text 13"/>
          <p:cNvSpPr/>
          <p:nvPr/>
        </p:nvSpPr>
        <p:spPr>
          <a:xfrm>
            <a:off x="7360920" y="4736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092440" y="459943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Graph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 entity linking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411712" y="320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3000" dirty="0"/>
          </a:p>
        </p:txBody>
      </p:sp>
      <p:pic>
        <p:nvPicPr>
          <p:cNvPr id="4" name="Image 0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an AI Memory Assistant?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personal knowledge system that captures everything you read, hear and discuss — then recalls it on demand using semantic search and AI-generated answers.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challenges are: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is scattered across apps, notebooks and chats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 search cannot find ideas phrased differently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 details from meetings and lectures are forgotten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Re-reading everything manually is slow and unreliable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7200" y="5623560"/>
            <a:ext cx="6309360" cy="777240"/>
          </a:xfrm>
          <a:prstGeom prst="roundRect">
            <a:avLst>
              <a:gd name="adj" fmla="val 10588"/>
            </a:avLst>
          </a:prstGeom>
          <a:solidFill>
            <a:srgbClr val="FEF3E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62356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 20% of the workweek is spent just searching for information.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McKinsey Global Institute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86600" y="1463040"/>
            <a:ext cx="4617720" cy="4892040"/>
          </a:xfrm>
          <a:prstGeom prst="roundRect">
            <a:avLst>
              <a:gd name="adj" fmla="val 1980"/>
            </a:avLst>
          </a:prstGeom>
          <a:solidFill>
            <a:srgbClr val="EFF4FF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06640" y="219456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7406640" y="218084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863840" y="212140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chat over your own memories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06640" y="285292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17" name="Text 14"/>
          <p:cNvSpPr/>
          <p:nvPr/>
        </p:nvSpPr>
        <p:spPr>
          <a:xfrm>
            <a:off x="7406640" y="283921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863840" y="277977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One-tap voice capture with live transcript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406640" y="351129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7406640" y="349758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863840" y="34381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Auto-extracted people, tasks &amp; tags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406640" y="416966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23" name="Text 20"/>
          <p:cNvSpPr/>
          <p:nvPr/>
        </p:nvSpPr>
        <p:spPr>
          <a:xfrm>
            <a:off x="7406640" y="415594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863840" y="40965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graph of connected ideas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406640" y="482803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26" name="Text 23"/>
          <p:cNvSpPr/>
          <p:nvPr/>
        </p:nvSpPr>
        <p:spPr>
          <a:xfrm>
            <a:off x="7406640" y="48143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863840" y="47548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aids: flashcards and quizzes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7406640" y="548640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29" name="Text 26"/>
          <p:cNvSpPr/>
          <p:nvPr/>
        </p:nvSpPr>
        <p:spPr>
          <a:xfrm>
            <a:off x="7406640" y="54726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863840" y="54132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console for the whole platform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11411712" y="320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SPECIFICATION</a:t>
            </a:r>
            <a:endParaRPr lang="en-US" sz="3000" dirty="0"/>
          </a:p>
        </p:txBody>
      </p:sp>
      <p:pic>
        <p:nvPicPr>
          <p:cNvPr id="4" name="Image 0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Configuration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810512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EFF4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81051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514600" y="181051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 Core i5 or equivalent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432304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43230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514600" y="243230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GB  (Minimum: 4 GB)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054096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EFF4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0540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514600" y="305409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256 GB HDD / SSD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3675888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67588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Type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514600" y="367588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 / Desktop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4297680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EFF4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42976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514600" y="4297680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Keyboard, Mouse &amp; Microphone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57200" y="4919472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4919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2514600" y="491947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 / Display Screen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7200" y="5541264"/>
            <a:ext cx="5394960" cy="512064"/>
          </a:xfrm>
          <a:prstGeom prst="roundRect">
            <a:avLst>
              <a:gd name="adj" fmla="val 12500"/>
            </a:avLst>
          </a:prstGeom>
          <a:solidFill>
            <a:srgbClr val="EFF4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554126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2514600" y="554126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10 / Windows 11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355080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Configuration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355080" y="1810512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FEF3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0" y="181051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8229600" y="181051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· React 19 · TypeScript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355080" y="2432304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0" y="2432304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8229600" y="2432304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FastAPI · Node.js Express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355080" y="3054096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FEF3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0" y="3054096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Databases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8229600" y="3054096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· Qdrant · Neo4j · Redis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6355080" y="3675888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83680" y="3675888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Models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8229600" y="367588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Qwen3 8B · BGE-M3 · Whisper v3</a:t>
            </a:r>
            <a:endParaRPr lang="en-US" sz="1250" dirty="0"/>
          </a:p>
        </p:txBody>
      </p:sp>
      <p:sp>
        <p:nvSpPr>
          <p:cNvPr id="40" name="Shape 37"/>
          <p:cNvSpPr/>
          <p:nvPr/>
        </p:nvSpPr>
        <p:spPr>
          <a:xfrm>
            <a:off x="6355080" y="4297680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FEF3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83680" y="4297680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8229600" y="4297680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· Kubernetes · Grafana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6355080" y="4919472"/>
            <a:ext cx="5376672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83680" y="4919472"/>
            <a:ext cx="1600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</a:t>
            </a:r>
            <a:endParaRPr lang="en-US" sz="1250" dirty="0"/>
          </a:p>
        </p:txBody>
      </p:sp>
      <p:sp>
        <p:nvSpPr>
          <p:cNvPr id="45" name="Text 42"/>
          <p:cNvSpPr/>
          <p:nvPr/>
        </p:nvSpPr>
        <p:spPr>
          <a:xfrm>
            <a:off x="8229600" y="4919472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Code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11411712" y="320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SPECIFICATION</a:t>
            </a:r>
            <a:endParaRPr lang="en-US" sz="3000" dirty="0"/>
          </a:p>
        </p:txBody>
      </p:sp>
      <p:pic>
        <p:nvPicPr>
          <p:cNvPr id="4" name="Image 0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OS: Windows 10 / 11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7512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Platform to run application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84248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0391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Frontend: Next.js, React, TypeScript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675120" y="20391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User panel + admin console UI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66090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Styling: Tailwind CSS 4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675120" y="26609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Responsive dashboard design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3227832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2826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Python FastAPI + Express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675120" y="32826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Microservices &amp; API gateway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57200" y="3849624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9044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AI: Qwen3 8B, BGE-M3, Reranker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675120" y="39044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Answer generation &amp; semantic search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4471416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5262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 &amp; Vision: Whisper v3, Qwen2.5-VL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675120" y="4526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Voice transcripts, OCR, image understanding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7200" y="5093208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51480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Data: PostgreSQL, Qdrant, Neo4j, Redis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675120" y="51480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Records, vectors, graph, cache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571500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576986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Infra: Docker, Kubernetes, Grafana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675120" y="5769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Deployment, scaling &amp; monitoring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11411712" y="320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System &amp; Drawbacks</a:t>
            </a:r>
            <a:endParaRPr lang="en-US" sz="3000" dirty="0"/>
          </a:p>
        </p:txBody>
      </p:sp>
      <p:pic>
        <p:nvPicPr>
          <p:cNvPr id="4" name="Image 0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System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4800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note-taking apps and paper notes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Folders and tags for organisation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Keyword-only search across files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recordings stored, never transcribed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apps for notes, tasks and files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Meetings recorded but never summarized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Study material revisited from scratch</a:t>
            </a:r>
            <a:endParaRPr lang="en-US" sz="13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connection between related notes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DF6F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40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Drawbacks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29400" y="21945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22592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depends on remembering exact words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29400" y="28529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22592" y="2852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stays fragmented across many apps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29400" y="35112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22592" y="35112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summaries of long documents or meetings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29400" y="41696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022592" y="41696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reminders linking people, tasks and dates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29400" y="48280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022592" y="4828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Useful insights are forgotten, not recalled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629400" y="5486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022592" y="5486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admin oversight for team or class usage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411712" y="320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SYSTEM</a:t>
            </a:r>
            <a:endParaRPr lang="en-US" sz="3000" dirty="0"/>
          </a:p>
        </p:txBody>
      </p:sp>
      <p:pic>
        <p:nvPicPr>
          <p:cNvPr id="4" name="Image 0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9844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AI-powered memory platform that captures knowledge from voice, text, images and documents, stores it as searchable embeddings and a knowledge graph, and answers questions with a RAG pipeline built on the user's own memories.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EFF4FF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3500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Chat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questions; answers grounded in your own memories with citations.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79392" y="21488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EFF4FF"/>
          </a:solidFill>
          <a:ln/>
        </p:spPr>
      </p:sp>
      <p:sp>
        <p:nvSpPr>
          <p:cNvPr id="10" name="Text 7"/>
          <p:cNvSpPr/>
          <p:nvPr/>
        </p:nvSpPr>
        <p:spPr>
          <a:xfrm>
            <a:off x="4553712" y="23500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Multi-Modal Capture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553712" y="277063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notes, quick text, images and PDFs ingested in one tap.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01584" y="21488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EFF4FF"/>
          </a:solidFill>
          <a:ln/>
        </p:spPr>
      </p:sp>
      <p:sp>
        <p:nvSpPr>
          <p:cNvPr id="13" name="Text 10"/>
          <p:cNvSpPr/>
          <p:nvPr/>
        </p:nvSpPr>
        <p:spPr>
          <a:xfrm>
            <a:off x="8375904" y="23500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Graph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375904" y="277063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 links people, topics and events for smart recall.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2976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EF3E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4988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Workflow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31520" y="491947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study plans, flashcards and quiz generation.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79392" y="42976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EF3E2"/>
          </a:solidFill>
          <a:ln/>
        </p:spPr>
      </p:sp>
      <p:sp>
        <p:nvSpPr>
          <p:cNvPr id="19" name="Text 16"/>
          <p:cNvSpPr/>
          <p:nvPr/>
        </p:nvSpPr>
        <p:spPr>
          <a:xfrm>
            <a:off x="4553712" y="44988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Workflow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4553712" y="491947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 summaries, action items and daily briefings.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01584" y="429768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EF3E2"/>
          </a:solidFill>
          <a:ln/>
        </p:spPr>
      </p:sp>
      <p:sp>
        <p:nvSpPr>
          <p:cNvPr id="22" name="Text 19"/>
          <p:cNvSpPr/>
          <p:nvPr/>
        </p:nvSpPr>
        <p:spPr>
          <a:xfrm>
            <a:off x="8375904" y="44988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Console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375904" y="4919472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Users, AI usage, integrations, system health and roles.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411712" y="320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544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EFF4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554480"/>
            <a:ext cx="23774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· Text · Image · PDF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971800" y="2240280"/>
            <a:ext cx="685800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794760" y="15544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EF3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94760" y="1554480"/>
            <a:ext cx="23774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Processing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Whisper v3 · PaddleOCR · Qwen2.5-VL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2240280"/>
            <a:ext cx="685800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132320" y="15544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EFF4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1554480"/>
            <a:ext cx="23774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BGE-M3 vector encoding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646920" y="2240280"/>
            <a:ext cx="685800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0469880" y="155448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EF3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469880" y="1554480"/>
            <a:ext cx="128016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Rerank + Qwen3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331720" y="3063240"/>
            <a:ext cx="0" cy="77724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57200" y="39776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977640"/>
            <a:ext cx="32004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Qdrant — Vector Store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semantic similarity search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794760" y="39776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94760" y="3977640"/>
            <a:ext cx="32004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— Records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users, memories, tasks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132320" y="397764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0" y="3977640"/>
            <a:ext cx="23774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 — Graph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entities &amp; relations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646920" y="397764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46920" y="3977640"/>
            <a:ext cx="21031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— Cache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reads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1109960" y="3063240"/>
            <a:ext cx="0" cy="77724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&amp; Admin UI — Next.js 16 · React 19 (24 routes, production build)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deployment: Docker + Kubernetes with Prometheus / Grafana monitoring (per system design).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411712" y="320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DESIGN</a:t>
            </a:r>
            <a:endParaRPr lang="en-US" sz="3000" dirty="0"/>
          </a:p>
        </p:txBody>
      </p:sp>
      <p:pic>
        <p:nvPicPr>
          <p:cNvPr id="4" name="Image 0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EFF4FF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627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Capture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Thought / Idea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" y="2350008"/>
            <a:ext cx="48006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35000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Speak naturally — AI organizes the details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2971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Transcript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7240" y="3264408"/>
            <a:ext cx="48006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326440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speech appears here while recording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72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Tags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7240" y="4178808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41788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Meeting, Idea, Follow-up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" y="4800600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800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783080" y="48006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to start recording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analysis: summary, tags, action items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0936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EF3E2"/>
          </a:solidFill>
          <a:ln/>
        </p:spPr>
      </p:sp>
      <p:sp>
        <p:nvSpPr>
          <p:cNvPr id="20" name="Text 17"/>
          <p:cNvSpPr/>
          <p:nvPr/>
        </p:nvSpPr>
        <p:spPr>
          <a:xfrm>
            <a:off x="6629400" y="1627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 &amp; Document Upload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629400" y="20574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29400" y="2350008"/>
            <a:ext cx="48006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235000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a title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629400" y="2971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/ Description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629400" y="3264408"/>
            <a:ext cx="48006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0" y="3264408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or paste notes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62940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629400" y="4178808"/>
            <a:ext cx="22860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66560" y="41788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Personal, Work, Ideas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629400" y="466344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6629400" y="46634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Document / Image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Supported: PDF • JPG • PNG • DOCX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11411712" y="320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DESIGN</a:t>
            </a:r>
            <a:endParaRPr lang="en-US" sz="3000" dirty="0"/>
          </a:p>
        </p:txBody>
      </p:sp>
      <p:pic>
        <p:nvPicPr>
          <p:cNvPr id="4" name="Image 0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50876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pic>
        <p:nvPicPr>
          <p:cNvPr id="6" name="Image 1" descr="C:\Users\Devesh B\OneDrive\Documents\DEVESH\RAKS\AI-Memory-assistant\docs\ppt\shot-us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1618488"/>
            <a:ext cx="5221224" cy="29352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5166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Panel — Memory Dashboard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309360" y="150876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pic>
        <p:nvPicPr>
          <p:cNvPr id="9" name="Image 2" descr="C:\Users\Devesh B\OneDrive\Documents\DEVESH\RAKS\AI-Memory-assistant\docs\ppt\shot-admi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19088" y="1618488"/>
            <a:ext cx="5221224" cy="29352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09360" y="5166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Console — Platform Overview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routes total: 11 user-panel pages + 13 admin pages · responsive from 607px to 1920px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11411712" y="320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Testing &amp; Implementation</a:t>
            </a:r>
            <a:endParaRPr lang="en-US" sz="3000" dirty="0"/>
          </a:p>
        </p:txBody>
      </p:sp>
      <p:pic>
        <p:nvPicPr>
          <p:cNvPr id="4" name="Image 0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46304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6916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783080" y="1719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Testing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14884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module — capture forms, search filters, toggles, tables and every button across all 24 pages — tested individually for correct behaviour.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99632" y="146304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28232" y="16916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525512" y="1719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Testing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25512" y="214884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flows verified end-to-end: capture → transcript → auto-tags → memory list, and admin tables → filters → CSV export.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74904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" y="39776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1783080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Testing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783080" y="443484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required functions — search, filter, add, delete, export and navigation — perform as expected on empty and seeded data.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99632" y="374904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94A3B8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28232" y="39776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7525512" y="4005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&amp; Responsive Testing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7525512" y="4434840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verified across screen sizes (607px–1920px): no overflow or overlap, hidden scrollbars, toasts and overlays working.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24/24 routes pass production build  •  zero runtime console errors  •  all interactive controls verified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411712" y="320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000" dirty="0"/>
          </a:p>
        </p:txBody>
      </p:sp>
      <p:pic>
        <p:nvPicPr>
          <p:cNvPr id="4" name="Image 0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6832"/>
            <a:ext cx="12188952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7160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Memory Assistant (Pathii) has been successfully designed and developed as a complete, production-ready web platform. It combines multi-modal capture, a RAG pipeline and a knowledge graph with practical user and admin interfaces for students and professionals.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254203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5283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24-page application: user panel and admin console, fully responsive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254203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10" name="Text 7"/>
          <p:cNvSpPr/>
          <p:nvPr/>
        </p:nvSpPr>
        <p:spPr>
          <a:xfrm>
            <a:off x="6199632" y="25283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56832" y="25146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interactive control implemented and verified in-browser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34381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34244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341071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architecture designed with Qwen3 8B, BGE-M3 and reranking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99632" y="34381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6199632" y="342442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56832" y="341071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Multi-modal ingestion: voice, text, images and PDF documents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433425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32054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430682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production build with monitoring-ready deployment design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99632" y="433425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</p:sp>
      <p:sp>
        <p:nvSpPr>
          <p:cNvPr id="22" name="Text 19"/>
          <p:cNvSpPr/>
          <p:nvPr/>
        </p:nvSpPr>
        <p:spPr>
          <a:xfrm>
            <a:off x="6199632" y="432054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656832" y="430682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step: wire FastAPI backend for persistent, multi-user data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2194560" y="5806440"/>
            <a:ext cx="7772400" cy="658368"/>
          </a:xfrm>
          <a:prstGeom prst="roundRect">
            <a:avLst>
              <a:gd name="adj" fmla="val 50000"/>
            </a:avLst>
          </a:prstGeom>
          <a:solidFill>
            <a:srgbClr val="EFF4FF"/>
          </a:solidFill>
          <a:ln/>
        </p:spPr>
      </p:sp>
      <p:sp>
        <p:nvSpPr>
          <p:cNvPr id="25" name="Text 22"/>
          <p:cNvSpPr/>
          <p:nvPr/>
        </p:nvSpPr>
        <p:spPr>
          <a:xfrm>
            <a:off x="2194560" y="5806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“Capture today, remember tomorrow.”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1411712" y="320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 H A N K   Y O 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4630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Pathii — An AI-Powered Memory Assistant Using RAG, Voice Capture &amp; Knowledge Graph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63040" y="416052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DEVESH REDDY   |   M.Sc Computer Science   |   SONA College of Arts and Science   |   2026</a:t>
            </a:r>
            <a:endParaRPr lang="en-US" sz="1300" dirty="0"/>
          </a:p>
        </p:txBody>
      </p:sp>
      <p:pic>
        <p:nvPicPr>
          <p:cNvPr id="6" name="Image 0" descr="C:\Users\Devesh B\OneDrive\Documents\DEVESH\RAKS\AI-Memory-assistant\frontend\app\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51576" y="4892040"/>
            <a:ext cx="685800" cy="685800"/>
          </a:xfrm>
          <a:prstGeom prst="rect">
            <a:avLst/>
          </a:prstGeom>
        </p:spPr>
      </p:pic>
      <p:pic>
        <p:nvPicPr>
          <p:cNvPr id="7" name="Image 1" descr="C:\Users\Devesh B\OneDrive\Documents\DEVESH\RAKS\AI-Memory-assistant\docs\ppt\ref-imgs\p01-Image29.jp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92240"/>
            <a:ext cx="12188952" cy="2011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Pathii - AI Memory Assistant</dc:title>
  <dc:subject>PptxGenJS Presentation</dc:subject>
  <dc:creator>Devesh Reddy</dc:creator>
  <cp:lastModifiedBy>Devesh Reddy</cp:lastModifiedBy>
  <cp:revision>1</cp:revision>
  <dcterms:created xsi:type="dcterms:W3CDTF">2026-10-11T11:36:02Z</dcterms:created>
  <dcterms:modified xsi:type="dcterms:W3CDTF">2026-10-11T11:36:02Z</dcterms:modified>
</cp:coreProperties>
</file>